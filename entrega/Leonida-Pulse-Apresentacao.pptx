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2e6dc7c5c47d9" /><Relationship Type="http://schemas.openxmlformats.org/officeDocument/2006/relationships/extended-properties" Target="/docProps/app.xml" Id="R7352c4cdf89442f4" /><Relationship Type="http://schemas.openxmlformats.org/officeDocument/2006/relationships/officeDocument" Target="/ppt/presentation.xml" Id="R369da8dd8c68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93335dbde4c05"/>
  </p:sldMasterIdLst>
  <p:notesMasterIdLst>
    <p:notesMasterId xmlns:r="http://schemas.openxmlformats.org/officeDocument/2006/relationships" r:id="R825e96d2ed0f4425"/>
  </p:notesMasterIdLst>
  <p:sldIdLst>
    <p:sldId xmlns:r="http://schemas.openxmlformats.org/officeDocument/2006/relationships" id="256" r:id="R06afb341078446bb"/>
    <p:sldId xmlns:r="http://schemas.openxmlformats.org/officeDocument/2006/relationships" id="257" r:id="Rb33e5be0cc3e4875"/>
    <p:sldId xmlns:r="http://schemas.openxmlformats.org/officeDocument/2006/relationships" id="258" r:id="Rc75adfb836ac40b3"/>
    <p:sldId xmlns:r="http://schemas.openxmlformats.org/officeDocument/2006/relationships" id="259" r:id="R66f660b0465847b2"/>
    <p:sldId xmlns:r="http://schemas.openxmlformats.org/officeDocument/2006/relationships" id="260" r:id="Rd00d25129ece4e63"/>
    <p:sldId xmlns:r="http://schemas.openxmlformats.org/officeDocument/2006/relationships" id="261" r:id="R03d6cb2e5cad425e"/>
    <p:sldId xmlns:r="http://schemas.openxmlformats.org/officeDocument/2006/relationships" id="262" r:id="R47ba04ffc7ec4232"/>
    <p:sldId xmlns:r="http://schemas.openxmlformats.org/officeDocument/2006/relationships" id="263" r:id="R5398599b1db0464b"/>
    <p:sldId xmlns:r="http://schemas.openxmlformats.org/officeDocument/2006/relationships" id="264" r:id="R0deeec11412e4d13"/>
    <p:sldId xmlns:r="http://schemas.openxmlformats.org/officeDocument/2006/relationships" id="265" r:id="R8551feb0bcb04a1c"/>
    <p:sldId xmlns:r="http://schemas.openxmlformats.org/officeDocument/2006/relationships" id="266" r:id="R42f9592b4afa4013"/>
    <p:sldId xmlns:r="http://schemas.openxmlformats.org/officeDocument/2006/relationships" id="267" r:id="Rc3ee1c8db01c42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63f64f60f4687" /><Relationship Type="http://schemas.openxmlformats.org/officeDocument/2006/relationships/slideMaster" Target="/ppt/slideMasters/slideMaster1.xml" Id="R18e93335dbde4c05" /><Relationship Type="http://schemas.openxmlformats.org/officeDocument/2006/relationships/notesMaster" Target="/ppt/notesMasters/notesMaster1.xml" Id="R825e96d2ed0f4425" /><Relationship Type="http://schemas.openxmlformats.org/officeDocument/2006/relationships/presProps" Target="/ppt/presProps.xml" Id="Ra398a535cf714f4d" /><Relationship Type="http://schemas.openxmlformats.org/officeDocument/2006/relationships/tableStyles" Target="/ppt/tableStyles.xml" Id="R1d11a0725abb40fd" /><Relationship Type="http://schemas.openxmlformats.org/officeDocument/2006/relationships/slide" Target="/ppt/slides/slide1.xml" Id="R06afb341078446bb" /><Relationship Type="http://schemas.openxmlformats.org/officeDocument/2006/relationships/slide" Target="/ppt/slides/slide2.xml" Id="Rb33e5be0cc3e4875" /><Relationship Type="http://schemas.openxmlformats.org/officeDocument/2006/relationships/slide" Target="/ppt/slides/slide3.xml" Id="Rc75adfb836ac40b3" /><Relationship Type="http://schemas.openxmlformats.org/officeDocument/2006/relationships/slide" Target="/ppt/slides/slide4.xml" Id="R66f660b0465847b2" /><Relationship Type="http://schemas.openxmlformats.org/officeDocument/2006/relationships/slide" Target="/ppt/slides/slide5.xml" Id="Rd00d25129ece4e63" /><Relationship Type="http://schemas.openxmlformats.org/officeDocument/2006/relationships/slide" Target="/ppt/slides/slide6.xml" Id="R03d6cb2e5cad425e" /><Relationship Type="http://schemas.openxmlformats.org/officeDocument/2006/relationships/slide" Target="/ppt/slides/slide7.xml" Id="R47ba04ffc7ec4232" /><Relationship Type="http://schemas.openxmlformats.org/officeDocument/2006/relationships/slide" Target="/ppt/slides/slide8.xml" Id="R5398599b1db0464b" /><Relationship Type="http://schemas.openxmlformats.org/officeDocument/2006/relationships/slide" Target="/ppt/slides/slide9.xml" Id="R0deeec11412e4d13" /><Relationship Type="http://schemas.openxmlformats.org/officeDocument/2006/relationships/slide" Target="/ppt/slides/slide10.xml" Id="R8551feb0bcb04a1c" /><Relationship Type="http://schemas.openxmlformats.org/officeDocument/2006/relationships/slide" Target="/ppt/slides/slide11.xml" Id="R42f9592b4afa4013" /><Relationship Type="http://schemas.openxmlformats.org/officeDocument/2006/relationships/slide" Target="/ppt/slides/slide12.xml" Id="Rc3ee1c8db01c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e9b2b973b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6c43d5289c4ddd" /><Relationship Type="http://schemas.openxmlformats.org/officeDocument/2006/relationships/notesMaster" Target="/ppt/notesMasters/notesMaster1.xml" Id="R881dd77127ea4c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cbfa2ab04545a2" /><Relationship Type="http://schemas.openxmlformats.org/officeDocument/2006/relationships/notesMaster" Target="/ppt/notesMasters/notesMaster1.xml" Id="Rf29a26d3f5164c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04a63fe4d94672" /><Relationship Type="http://schemas.openxmlformats.org/officeDocument/2006/relationships/notesMaster" Target="/ppt/notesMasters/notesMaster1.xml" Id="R9f67a041bfc649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7043e544f64ef1" /><Relationship Type="http://schemas.openxmlformats.org/officeDocument/2006/relationships/notesMaster" Target="/ppt/notesMasters/notesMaster1.xml" Id="R415ddcc54cce46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ef243ae204310" /><Relationship Type="http://schemas.openxmlformats.org/officeDocument/2006/relationships/notesMaster" Target="/ppt/notesMasters/notesMaster1.xml" Id="Re7dc1e8c21d14a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f007fb518d4863" /><Relationship Type="http://schemas.openxmlformats.org/officeDocument/2006/relationships/notesMaster" Target="/ppt/notesMasters/notesMaster1.xml" Id="Radd2a9f2846e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59590912914010" /><Relationship Type="http://schemas.openxmlformats.org/officeDocument/2006/relationships/notesMaster" Target="/ppt/notesMasters/notesMaster1.xml" Id="Ra487fed5ea934e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20db071ae84193" /><Relationship Type="http://schemas.openxmlformats.org/officeDocument/2006/relationships/notesMaster" Target="/ppt/notesMasters/notesMaster1.xml" Id="R2598d94e18e944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4f68734cd24810" /><Relationship Type="http://schemas.openxmlformats.org/officeDocument/2006/relationships/notesMaster" Target="/ppt/notesMasters/notesMaster1.xml" Id="R75bf66ea0feb48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b6d2b82f6442c7" /><Relationship Type="http://schemas.openxmlformats.org/officeDocument/2006/relationships/notesMaster" Target="/ppt/notesMasters/notesMaster1.xml" Id="R7e4ff9c85cc3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f6b7d8eb284f7a" /><Relationship Type="http://schemas.openxmlformats.org/officeDocument/2006/relationships/notesMaster" Target="/ppt/notesMasters/notesMaster1.xml" Id="Rd472fcc5cb6a41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23d0c101c3418c" /><Relationship Type="http://schemas.openxmlformats.org/officeDocument/2006/relationships/notesMaster" Target="/ppt/notesMasters/notesMaster1.xml" Id="Rf2553d60d4bc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conceito: uma rede social própria, inspirada em um universo conhecido, mas construída como aplicação acadêmica.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https://www.rockstargames.com/VI</a:t>
            </a:r>
          </a:p>
          <a:p xmlns:a="http://schemas.openxmlformats.org/drawingml/2006/main">
            <a:r>
              <a:t>- Local project: D:/Leonida Pulse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todos os itens da rubrica foram atendidos e contextualizados em um produto maior.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course requirements</a:t>
            </a:r>
          </a:p>
          <a:p xmlns:a="http://schemas.openxmlformats.org/drawingml/2006/main">
            <a:r>
              <a:t>- Local source: src/App.tsx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os quatro verbos da experiência. Eles organizam a demonstração e evitam apresentar uma lista desconectada de telas.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src/App.tsx</a:t>
            </a:r>
          </a:p>
          <a:p xmlns:a="http://schemas.openxmlformats.org/drawingml/2006/main">
            <a:r>
              <a:t>- Local source: src/data/demo.ts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Aponte main.tsx, App.tsx e a pasta src. Diga que a separação facilita manutenção, testes e crescimento do projeto.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src/main.tsx</a:t>
            </a:r>
          </a:p>
          <a:p xmlns:a="http://schemas.openxmlformats.org/drawingml/2006/main">
            <a:r>
              <a:t>- Local source: src/App.tsx</a:t>
            </a:r>
          </a:p>
          <a:p xmlns:a="http://schemas.openxmlformats.org/drawingml/2006/main">
            <a:r>
              <a:t>- https://react.dev/learn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componente Avatar como exemplo simples de props e reutilização. Depois cite ErrorBoundary e ProjectPage.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src/components/Avatar.tsx</a:t>
            </a:r>
          </a:p>
          <a:p xmlns:a="http://schemas.openxmlformats.org/drawingml/2006/main">
            <a:r>
              <a:t>- Local source: src/components/ErrorBoundary.tsx</a:t>
            </a:r>
          </a:p>
          <a:p xmlns:a="http://schemas.openxmlformats.org/drawingml/2006/main">
            <a:r>
              <a:t>- Local source: src/components/ProjectPage.tsx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uma curtida, recarregue a página e mostre que ela continua salva: isso materializa o hook customizado.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src/hooks/useLocalStorage.ts</a:t>
            </a:r>
          </a:p>
          <a:p xmlns:a="http://schemas.openxmlformats.org/drawingml/2006/main">
            <a:r>
              <a:t>- Local source: src/App.tsx</a:t>
            </a:r>
          </a:p>
          <a:p xmlns:a="http://schemas.openxmlformats.org/drawingml/2006/main">
            <a:r>
              <a:t>- https://react.dev/reference/react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publicar um post ou enviar uma mensagem como exemplo: evento, alteração de estado e nova renderização sem recarregar a página.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src/App.tsx</a:t>
            </a:r>
          </a:p>
          <a:p xmlns:a="http://schemas.openxmlformats.org/drawingml/2006/main">
            <a:r>
              <a:t>- https://react.dev/learn/responding-to-events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perguntarem por ChatGPT, explique que a versão entregue é demonstrativa e offline. Uma API real deve ser chamada pelo backend para proteger a chave.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src/services/leonidaAI.ts</a:t>
            </a:r>
          </a:p>
          <a:p xmlns:a="http://schemas.openxmlformats.org/drawingml/2006/main">
            <a:r>
              <a:t>- Local source: src/App.tsx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Neste ponto, saia rapidamente dos slides e abra o site. Publique, curta e salve um post.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screenshot: presentation-assets/feed.png</a:t>
            </a:r>
          </a:p>
          <a:p xmlns:a="http://schemas.openxmlformats.org/drawingml/2006/main">
            <a:r>
              <a:t>- https://www.rockstargames.com/VI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Cite a correção da barra dupla, o comportamento responsivo e os comandos npm run lint e npm run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src/index.css</a:t>
            </a:r>
          </a:p>
          <a:p xmlns:a="http://schemas.openxmlformats.org/drawingml/2006/main">
            <a:r>
              <a:t>- Local source: src/components/ErrorBoundary.tsx</a:t>
            </a:r>
          </a:p>
          <a:p xmlns:a="http://schemas.openxmlformats.org/drawingml/2006/main">
            <a:r>
              <a:t>- https://vite.dev/guide/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leia a apresentação inteira. Intercale slides e demonstração. O roteiro completo também está em ROTEIRO_APRESENTACAO.md.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ROTEIRO_APRESENTACAO.md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retomando a proposta: o valor não está apenas em cumprir a lista, mas em conectar os conceitos de React numa experiência coerente.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course requirements</a:t>
            </a:r>
          </a:p>
          <a:p xmlns:a="http://schemas.openxmlformats.org/drawingml/2006/main">
            <a:r>
              <a:t>- Local project: D:/Leonida Pulse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84c37c7a944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fdc7713e14faa" /><Relationship Type="http://schemas.openxmlformats.org/officeDocument/2006/relationships/slideLayout" Target="/ppt/slideLayouts/slideLayout1.xml" Id="Rd04e2c35a904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e2c35a904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87a5d2e1d45a3" /><Relationship Type="http://schemas.openxmlformats.org/officeDocument/2006/relationships/image" Target="/ppt/media/image.jpeg" Id="R2acd65cbb60c44b0" /><Relationship Type="http://schemas.openxmlformats.org/officeDocument/2006/relationships/notesSlide" Target="/ppt/notesSlides/notesSlide1.xml" Id="Re8d0c547a5324a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303bf9e4b4750" /><Relationship Type="http://schemas.openxmlformats.org/officeDocument/2006/relationships/notesSlide" Target="/ppt/notesSlides/notesSlide2.xml" Id="Rec84fdfadbc049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4f6de418241d4" /><Relationship Type="http://schemas.openxmlformats.org/officeDocument/2006/relationships/notesSlide" Target="/ppt/notesSlides/notesSlide3.xml" Id="R46f3c94fa1e941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18a9968cf46b1" /><Relationship Type="http://schemas.openxmlformats.org/officeDocument/2006/relationships/notesSlide" Target="/ppt/notesSlides/notesSlide4.xml" Id="Ra8a735feb62f47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b070d90064094" /><Relationship Type="http://schemas.openxmlformats.org/officeDocument/2006/relationships/notesSlide" Target="/ppt/notesSlides/notesSlide5.xml" Id="Rdfa55fab8e0845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3e72ad36d43c6" /><Relationship Type="http://schemas.openxmlformats.org/officeDocument/2006/relationships/notesSlide" Target="/ppt/notesSlides/notesSlide6.xml" Id="R110d648e9b8e43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254263034d75" /><Relationship Type="http://schemas.openxmlformats.org/officeDocument/2006/relationships/notesSlide" Target="/ppt/notesSlides/notesSlide7.xml" Id="R99c2e8a1bd6745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174b301f04e72" /><Relationship Type="http://schemas.openxmlformats.org/officeDocument/2006/relationships/notesSlide" Target="/ppt/notesSlides/notesSlide8.xml" Id="R466dba7365274e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54324ccff4e72" /><Relationship Type="http://schemas.openxmlformats.org/officeDocument/2006/relationships/image" Target="/ppt/media/image2.jpeg" Id="R9e143c4d756d4fc9" /><Relationship Type="http://schemas.openxmlformats.org/officeDocument/2006/relationships/notesSlide" Target="/ppt/notesSlides/notesSlide9.xml" Id="Re94a1ba3888b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75adad9924a20" /><Relationship Type="http://schemas.openxmlformats.org/officeDocument/2006/relationships/notesSlide" Target="/ppt/notesSlides/notesSlide10.xml" Id="R34e752cde73b48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6c5f3c25418d" /><Relationship Type="http://schemas.openxmlformats.org/officeDocument/2006/relationships/notesSlide" Target="/ppt/notesSlides/notesSlide11.xml" Id="R74ec7486fe7044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b0d555bae465d" /><Relationship Type="http://schemas.openxmlformats.org/officeDocument/2006/relationships/notesSlide" Target="/ppt/notesSlides/notesSlide12.xml" Id="Rc6c2f795268b46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5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3A134-4D6F-4323-9ABE-CAC5EC8D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78B2-28E7-4436-9E81-53E50C94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d65cbb60c44b0"/>
          <a:srcRect xmlns:a="http://schemas.openxmlformats.org/drawingml/2006/main" l="26953" t="0" r="269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oundRect">
            <a:avLst>
              <a:gd name="adj" fmla="val 30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2B15C-D934-4E8A-88AE-61D588B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CAD9F-58CC-4D1A-B441-6AEDB947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PROJETO REACT + IA · APRESENTAÇÃO ACADÊMICA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00C91-A94F-4B54-8D9F-52EEEA40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BF8FF"/>
                </a:solidFill>
              </a:defRPr>
            </a:pPr>
            <a:r>
              <a:rPr sz="4725" b="1">
                <a:solidFill>
                  <a:srgbClr val="FBF8FF"/>
                </a:solidFill>
              </a:rPr>
              <a:t>LEONIDA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830EC-3998-45BD-9B21-A37FFAF5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FF72BC"/>
                </a:solidFill>
              </a:defRPr>
            </a:pPr>
            <a:r>
              <a:rPr sz="4725" b="1">
                <a:solidFill>
                  <a:srgbClr val="FF72BC"/>
                </a:solidFill>
              </a:rPr>
              <a:t>PULSE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D75B2-89EA-48C3-87E1-7ECAE9F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2BAD7"/>
                </a:solidFill>
              </a:defRPr>
            </a:pPr>
            <a:r>
              <a:rPr sz="1800" b="0">
                <a:solidFill>
                  <a:srgbClr val="C2BAD7"/>
                </a:solidFill>
              </a:rPr>
              <a:t>Uma rede social fictícia que transforma o universo de GTA VI em uma experiência React interativa.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043EC-8745-4FAC-84C8-C35C4ED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381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9450D-ADCA-4D32-903C-9F74BE4D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2C"/>
                </a:solidFill>
              </a:defRPr>
            </a:pPr>
            <a:r>
              <a:rPr sz="1050" b="1">
                <a:solidFill>
                  <a:srgbClr val="11112C"/>
                </a:solidFill>
              </a:rPr>
              <a:t>LUIZ V. · 2026</a:t>
            </a:r>
          </a:p>
        </p:txBody>
      </p:sp>
    </p:spTree>
    <p:extLst>
      <p:ext uri="{BB962C8B-B14F-4D97-AF65-F5344CB8AC3E}">
        <p14:creationId xmlns:p14="http://schemas.microsoft.com/office/powerpoint/2010/main" val="1236785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236C4-2EC6-4DA1-AF5A-7AD285FF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809A7-C853-4B95-A934-F9B30380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8B7DE-F58B-4855-AF26-3D9BCF70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O DESAFIO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95B78-4AE7-4E52-AB11-508EB306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A atividade pedia código — o projeto entrega produto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491C0-B6A7-4F60-8FA0-FD6D0EF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2BC"/>
                </a:solidFill>
              </a:defRPr>
            </a:pPr>
            <a:r>
              <a:rPr sz="1125" b="1">
                <a:solidFill>
                  <a:srgbClr val="FF72BC"/>
                </a:solidFill>
              </a:rPr>
              <a:t>REQUISITOS DO PROFESSOR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9B869-1EB3-4893-9F8B-BF455034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A32C1-521E-418A-BB75-791E4754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9A579-EDBF-44CC-902C-6381C5F1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React +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14D96-99C7-4600-B6AA-2D4B38BD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B7282-4922-4E57-96E4-D0621166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8272D-7E38-41DB-8577-E37ADED3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App e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B1F4E-6EBE-489F-81A9-487194CE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8DB5E-EA26-483F-BD9A-EB5850A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8DBAA-3E65-40DB-A2B8-EB94E838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Pasta de componentes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DDE1E-D35D-4E6C-983D-E706B43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C6506-48CB-4CD7-B77E-3A38B6E6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ECB5C-E82A-42B2-A3A7-1E9D92FA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Hooks do React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BED82-ED61-4CBF-A157-D12B05E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04A90-CBBD-4A06-A021-3D8BE98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A3A2A-4DCF-4601-8CDA-B20E998A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Eventos do React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57E54-AF4F-4D09-8033-24BCAC55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5810250" cy="3981450"/>
          </a:xfrm>
          <a:prstGeom xmlns:a="http://schemas.openxmlformats.org/drawingml/2006/main" prst="roundRect">
            <a:avLst>
              <a:gd name="adj" fmla="val 6699"/>
            </a:avLst>
          </a:prstGeom>
          <a:solidFill xmlns:a="http://schemas.openxmlformats.org/drawingml/2006/main">
            <a:srgbClr val="2D2A68"/>
          </a:solidFill>
          <a:ln xmlns:a="http://schemas.openxmlformats.org/drawingml/2006/main" w="9525">
            <a:solidFill>
              <a:srgbClr val="7569A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D6B6C-76D5-4296-AEEE-60B77828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C9FF"/>
                </a:solidFill>
              </a:defRPr>
            </a:pPr>
            <a:r>
              <a:rPr sz="1350" b="1">
                <a:solidFill>
                  <a:srgbClr val="55C9FF"/>
                </a:solidFill>
              </a:rPr>
              <a:t>A resposta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D3FE41-065D-4346-88BC-2D91AEB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138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BF8FF"/>
                </a:solidFill>
              </a:defRPr>
            </a:pPr>
            <a:r>
              <a:rPr sz="4650" b="1">
                <a:solidFill>
                  <a:srgbClr val="FBF8FF"/>
                </a:solidFill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EAA76-0D8F-4133-8C78-AB5F8B01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90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telas navegáveis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D43BC-9D9B-4C64-A5FC-6A4652BD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38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72BC"/>
                </a:solidFill>
              </a:defRPr>
            </a:pPr>
            <a:r>
              <a:rPr sz="4650" b="1">
                <a:solidFill>
                  <a:srgbClr val="FF72BC"/>
                </a:solidFill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13AF6-6F96-402C-8AB9-DCCD9373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posts no feed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B7B989-10EC-4C75-830B-29608065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55C9FF"/>
                </a:solidFill>
              </a:defRPr>
            </a:pPr>
            <a:r>
              <a:rPr sz="4650" b="1">
                <a:solidFill>
                  <a:srgbClr val="55C9F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8DD4E-381B-4AE5-B67F-5A20887F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909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assistente 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7BEFEC-8C76-408F-B4B4-A5B2166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BF8FF"/>
                </a:solidFill>
              </a:defRPr>
            </a:pPr>
            <a:r>
              <a:rPr sz="1500" b="0">
                <a:solidFill>
                  <a:srgbClr val="FBF8FF"/>
                </a:solidFill>
              </a:rPr>
              <a:t>Feed, mensagens, mapa, eventos, garagem, mercado, crews, perfil, preferências e uma página que explica o próprio código.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9B135B-429F-49CF-8330-7C679538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72B4AA-CCFC-47A3-8AAB-62517998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A16E8E-6399-4096-AF58-4A9E351A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7306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9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F04A16-C27B-4227-A7CE-4F83C10D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5B03A-5FE3-4E76-8144-49357F4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93EF7-D29B-42C7-9BF9-851B4CC2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VISÃO DO PRODUTO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B3E19-B785-44C5-A3F2-8CFCC350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Uma experiência social completa, não apenas um feed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3DC5B-108A-41A4-997D-48BA6906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33337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7369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68B8F-8B7A-4E3C-95C9-34F7F0BC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2BC"/>
                </a:solidFill>
              </a:defRPr>
            </a:pPr>
            <a:r>
              <a:rPr sz="2250" b="1">
                <a:solidFill>
                  <a:srgbClr val="FF72B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886CD-84AF-4CB4-A7BD-F8803488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Descobrir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EC1A0-AECB-4049-94BD-C74E6F2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BAD7"/>
                </a:solidFill>
              </a:defRPr>
            </a:pPr>
            <a:r>
              <a:rPr sz="1350" b="0">
                <a:solidFill>
                  <a:srgbClr val="C2BAD7"/>
                </a:solidFill>
              </a:rPr>
              <a:t>Stories, explorar, tendências e personagens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282C5-EB68-4DCD-923D-FC11488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95C6B-863E-463E-9E43-2E79B74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476500" cy="33337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7369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01C25-37A9-42C5-8364-36390029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5C9FF"/>
                </a:solidFill>
              </a:defRPr>
            </a:pPr>
            <a:r>
              <a:rPr sz="2250" b="1">
                <a:solidFill>
                  <a:srgbClr val="55C9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CCBF8-7EE4-4D6B-BC59-79C1CD15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Interagir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1A511-0545-4E48-BFDB-60152FFC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BAD7"/>
                </a:solidFill>
              </a:defRPr>
            </a:pPr>
            <a:r>
              <a:rPr sz="1350" b="0">
                <a:solidFill>
                  <a:srgbClr val="C2BAD7"/>
                </a:solidFill>
              </a:rPr>
              <a:t>Curtir, salvar, publicar, votar e conversar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88C29-9546-4924-8239-82B20133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625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09C85-C582-44D9-8A92-2F6EEC4D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476500" cy="33337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7369A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50D51-110A-46FB-909C-C027DACD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6CFF"/>
                </a:solidFill>
              </a:defRPr>
            </a:pPr>
            <a:r>
              <a:rPr sz="2250" b="1">
                <a:solidFill>
                  <a:srgbClr val="7C6C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F87ED-1561-4186-AFF0-68FD6F78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Explorar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2559A-2890-4A5B-8850-EC939249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BAD7"/>
                </a:solidFill>
              </a:defRPr>
            </a:pPr>
            <a:r>
              <a:rPr sz="1350" b="0">
                <a:solidFill>
                  <a:srgbClr val="C2BAD7"/>
                </a:solidFill>
              </a:rPr>
              <a:t>Mapa, eventos, garagem, mercado e crews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77FFE0-DDCA-4632-BDF8-400B784E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625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E1F81-C995-490D-BD21-14C24320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76500" cy="33337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7369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A3BB8-E182-4E6E-9A51-5AB797E6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8B77"/>
                </a:solidFill>
              </a:defRPr>
            </a:pPr>
            <a:r>
              <a:rPr sz="2250" b="1">
                <a:solidFill>
                  <a:srgbClr val="FF8B77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8031B-A5DE-40AB-B51F-140F9AA2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Criar com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B726C-B7DE-4875-A606-C97E1319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200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BAD7"/>
                </a:solidFill>
              </a:defRPr>
            </a:pPr>
            <a:r>
              <a:rPr sz="1350" b="0">
                <a:solidFill>
                  <a:srgbClr val="C2BAD7"/>
                </a:solidFill>
              </a:rPr>
              <a:t>Legendas, hashtags, lugares e contexto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6A9A0-C32F-4B5D-AF0B-5A3A6408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625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0C592-75F2-4EB4-BC27-1614B708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E1FDE-E982-447E-91D5-152CCDD4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964B00-7029-4476-8EFF-F05369F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6150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671DFC-2CEC-490C-B82A-E771CFD6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B4C55-308F-4078-A644-9A240972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2FF7A-CD59-4BA8-A9F5-870D118F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ARQUITETURA REACT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50C08-D699-4A79-BC7A-59DA559F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O fluxo começa no main e termina em componentes reutilizáveis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13F8-5E16-49B7-89C3-F6421E5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2000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C649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492D-56C9-4F83-A828-702CE2EE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BF8FF"/>
                </a:solidFill>
              </a:defRPr>
            </a:pPr>
            <a:r>
              <a:rPr sz="1575" b="1">
                <a:solidFill>
                  <a:srgbClr val="FBF8FF"/>
                </a:solidFill>
              </a:rPr>
              <a:t>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BB74F-7D7B-4E02-B782-17884420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05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contêiner #root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02102-00F9-4AFA-AB5B-8450FC23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81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72BC"/>
                </a:solidFill>
              </a:defRPr>
            </a:pPr>
            <a:r>
              <a:rPr sz="1800" b="1">
                <a:solidFill>
                  <a:srgbClr val="FF72BC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E307D-64E9-471C-9325-5763463F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33625"/>
            <a:ext cx="2000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C64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59D3A-9A85-478A-B8E6-F6F1D42D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193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BF8FF"/>
                </a:solidFill>
              </a:defRPr>
            </a:pPr>
            <a:r>
              <a:rPr sz="1575" b="1">
                <a:solidFill>
                  <a:srgbClr val="FBF8FF"/>
                </a:solidFill>
              </a:rPr>
              <a:t>main.tsx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880D7-A431-4852-A79A-D5B239BB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05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createRoot + StrictMode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BE92E-5ACD-4008-A84B-B167614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781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72BC"/>
                </a:solidFill>
              </a:defRPr>
            </a:pPr>
            <a:r>
              <a:rPr sz="1800" b="1">
                <a:solidFill>
                  <a:srgbClr val="FF72B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2F540-61B8-4A34-9D8D-1AB507F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33625"/>
            <a:ext cx="2000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43F83"/>
          </a:solidFill>
          <a:ln xmlns:a="http://schemas.openxmlformats.org/drawingml/2006/main" w="9525">
            <a:solidFill>
              <a:srgbClr val="FF72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E521A-B616-4D19-9FA0-C2EC5DC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BF8FF"/>
                </a:solidFill>
              </a:defRPr>
            </a:pPr>
            <a:r>
              <a:rPr sz="1575" b="1">
                <a:solidFill>
                  <a:srgbClr val="FBF8FF"/>
                </a:solidFill>
              </a:rPr>
              <a:t>App.tsx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D399D-E7FB-438C-8994-0E66FCFE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05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rotas e composição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029E3-6D8E-4809-86AE-10C95D26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72BC"/>
                </a:solidFill>
              </a:defRPr>
            </a:pPr>
            <a:r>
              <a:rPr sz="1800" b="1">
                <a:solidFill>
                  <a:srgbClr val="FF72B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E7743-11F9-4B18-8BC1-E1F1803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333625"/>
            <a:ext cx="2000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C649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9FF4D-CA63-437C-A61E-21DBF5CC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193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BF8FF"/>
                </a:solidFill>
              </a:defRPr>
            </a:pPr>
            <a:r>
              <a:rPr sz="1575" b="1">
                <a:solidFill>
                  <a:srgbClr val="FBF8FF"/>
                </a:solidFill>
              </a:rPr>
              <a:t>Páginas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8DE20-920B-4DEF-A2C6-AEDCFBD1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05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cada URL, uma tela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ED03E-06F2-496A-A52A-3987D3F1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81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72BC"/>
                </a:solidFill>
              </a:defRPr>
            </a:pPr>
            <a:r>
              <a:rPr sz="1800" b="1">
                <a:solidFill>
                  <a:srgbClr val="FF72B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B61C1-C8CE-4059-856A-E63CE98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333625"/>
            <a:ext cx="2000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C649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45E0-AFB3-4952-85AE-AB1321C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193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BF8FF"/>
                </a:solidFill>
              </a:defRPr>
            </a:pPr>
            <a:r>
              <a:rPr sz="1575" b="1">
                <a:solidFill>
                  <a:srgbClr val="FBF8FF"/>
                </a:solidFill>
              </a:rPr>
              <a:t>Componentes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773EC-F7B0-47F6-BFFB-96C6917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051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interface reutilizável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C33D4-AA92-4A9D-827B-FDEC7124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8763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122D"/>
          </a:solidFill>
          <a:ln xmlns:a="http://schemas.openxmlformats.org/drawingml/2006/main" w="9525">
            <a:solidFill>
              <a:srgbClr val="55508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7C7AC7-3F5D-4114-88BC-E3EFE82E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DEAFF"/>
                </a:solidFill>
              </a:defRPr>
            </a:pPr>
            <a:r>
              <a:rPr sz="1575" b="0">
                <a:solidFill>
                  <a:srgbClr val="BDEAFF"/>
                </a:solidFill>
              </a:rPr>
              <a:t>src/  components/  data/  hooks/  services/  assets/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565A6-B8B7-4371-A794-398237FB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9FAE2-8842-46E5-9E59-FF57C648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3CAF3-34EA-445F-808B-3EBAB2E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3319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9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80C92-644A-4B33-90D5-331E9EA1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C7A4F-A8DC-4039-9C5A-084C6BFB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97F11-7AAE-4CF3-AC65-8099C94F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COMPONENTES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0CE7-FC6D-4322-A803-CA1B57A0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Cada componente resolve uma parte clara da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5DD86-9F2C-403F-9692-FFE378A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12C"/>
          </a:solidFill>
          <a:ln xmlns:a="http://schemas.openxmlformats.org/drawingml/2006/main" w="9525">
            <a:solidFill>
              <a:srgbClr val="514B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63B39-8BC0-48BF-8F36-DCBAC1EB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876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function Avatar({ initials, small }) {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return (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  &lt;span className={small ? "avatar small" : "avatar"}&gt;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    {initials}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  &lt;/span&gt;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);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94E97-6E8F-44FE-A08B-AE777C45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05000"/>
            <a:ext cx="21431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302C6A"/>
          </a:solidFill>
          <a:ln xmlns:a="http://schemas.openxmlformats.org/drawingml/2006/main" w="9525">
            <a:solidFill>
              <a:srgbClr val="7168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AB061-D656-4236-89BD-31F31AB2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133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Avatar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33815-F1F1-4BAE-8594-1B0500DC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71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identidade consistente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E3F89-081C-47F5-A73F-D18D5A7D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21431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302C6A"/>
          </a:solidFill>
          <a:ln xmlns:a="http://schemas.openxmlformats.org/drawingml/2006/main" w="9525">
            <a:solidFill>
              <a:srgbClr val="7168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CC649-516F-46E9-8AD7-DD6E3E55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33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ErrorBoundary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7BBBA-7288-4DCE-8B2E-2697BDBD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falhas controladas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52248-04C6-4D25-B24B-FDF3B258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21431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302C6A"/>
          </a:solidFill>
          <a:ln xmlns:a="http://schemas.openxmlformats.org/drawingml/2006/main" w="9525">
            <a:solidFill>
              <a:srgbClr val="7168A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65E81-9AB6-40FA-9143-A14650C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52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2BC"/>
                </a:solidFill>
              </a:defRPr>
            </a:pPr>
            <a:r>
              <a:rPr sz="1500" b="1">
                <a:solidFill>
                  <a:srgbClr val="FF72BC"/>
                </a:solidFill>
              </a:rPr>
              <a:t>ProjectPage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4A4E9-4082-4658-ACD3-6DC31738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91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explicação interativa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DCF1C-F558-400C-945C-8F86F10A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2143125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302C6A"/>
          </a:solidFill>
          <a:ln xmlns:a="http://schemas.openxmlformats.org/drawingml/2006/main" w="9525">
            <a:solidFill>
              <a:srgbClr val="7168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42E93-1065-4477-BB56-7ACDFC4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752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FF774-2137-455A-9C6E-3DEB204A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BAD7"/>
                </a:solidFill>
              </a:defRPr>
            </a:pPr>
            <a:r>
              <a:rPr sz="1050" b="0">
                <a:solidFill>
                  <a:srgbClr val="C2BAD7"/>
                </a:solidFill>
              </a:rPr>
              <a:t>estrutura compartilhada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CAA9A-482E-4EC9-9ADB-ACEAD39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C9FF"/>
                </a:solidFill>
              </a:defRPr>
            </a:pPr>
            <a:r>
              <a:rPr sz="1650" b="1">
                <a:solidFill>
                  <a:srgbClr val="55C9FF"/>
                </a:solidFill>
              </a:rPr>
              <a:t>Reutilização reduz repetição e mantém o visual coerente.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7AC69-DE43-4517-B4B9-067FF4E6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4C2FA-0D3C-457C-9F8A-77682575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03476-97A5-4378-A19A-0EAE53C6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7209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2992E-3E18-47BC-B1BA-750B73D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9DAA8-48C6-4E25-A6F4-0B42E53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3328B-4629-44D8-8FA5-E706948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HOOKS DO REACT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E2DAF-4277-46DE-8405-EBE6FC1C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Hooks dão memória e comportamento à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FC6B-B5DF-4C7F-A6BC-6A6ED1E8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2BC16-50DF-41D4-914E-3FFE9FE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useState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E2535-4079-48E8-8187-41AE097D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Controla abas, buscas, mensagens, filtros e seleção do mapa.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66CB2-BA54-4228-85D5-41F4210F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A80E9-1DCB-48B5-ABBE-2E60A27B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useMemo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06390-A043-40B9-B2E5-E4921FA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Evita recalcular resultados filtrados sem necessidade.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75B1E-4219-4026-BEF1-272D54EC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526DC-06E3-4275-A523-EFDE3F9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useEffect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DD481-3497-4DED-8B2D-39C1FD7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62425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Atualiza o título e sincroniza efeitos do ciclo de vida.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98BD1-7659-4C07-BEAC-C03B5AE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B9BA6-735C-41BF-BF3C-2B45D17E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0125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useLocalStorage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3D09A-E4E0-44BD-BA6B-31F03632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14925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BAD7"/>
                </a:solidFill>
              </a:defRPr>
            </a:pPr>
            <a:r>
              <a:rPr sz="1125" b="0">
                <a:solidFill>
                  <a:srgbClr val="C2BAD7"/>
                </a:solidFill>
              </a:rPr>
              <a:t>Hook próprio que mantém curtidas, posts e preferências.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F6B42-5727-4AD5-BCFD-B5AB5FB0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381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11112C"/>
          </a:solidFill>
          <a:ln xmlns:a="http://schemas.openxmlformats.org/drawingml/2006/main" w="9525">
            <a:solidFill>
              <a:srgbClr val="514B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728E7-AE6D-4695-905D-BE64AB54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39243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const [saved, setSaved] =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useLocalStorage("lp-saved", []);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const filtered = useMemo(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() =&gt; profiles.filter(match),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  [query]</a:t>
            </a:r>
          </a:p>
          <a:p xmlns:a="http://schemas.openxmlformats.org/drawingml/2006/main">
            <a:pPr algn="l">
              <a:defRPr sz="1200" b="0">
                <a:solidFill>
                  <a:srgbClr val="BDEAFF"/>
                </a:solidFill>
              </a:defRPr>
            </a:pPr>
            <a:r>
              <a:rPr sz="1200" b="0">
                <a:solidFill>
                  <a:srgbClr val="BDEAFF"/>
                </a:solidFill>
              </a:rPr>
              <a:t>);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5D80A-B523-48F1-8897-1AEECED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701F90-E52B-49B8-969B-3C64E336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66C1C-4710-4A42-B7E8-91CCBB4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15116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9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011A5-5DA3-4FDB-8215-8BB95EE5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BAB57-9FC1-4865-B7D0-8CAD043B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28833-CBB6-4DDF-B88C-1D4FB744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EVENTOS REACT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2F962-BCC1-4FF9-9E79-749B8399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Uma ação do usuário percorre um ciclo previsível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BB581-B1AD-487E-B057-81EA9C18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DA8A2-15C9-458A-BBA4-DE1AE73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527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6CAD4-9068-481E-81F4-34A36436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Clique ou digitação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120F9-0C05-4B32-8EBE-95011A7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032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C9FF"/>
                </a:solidFill>
              </a:defRPr>
            </a:pPr>
            <a:r>
              <a:rPr sz="2100" b="1">
                <a:solidFill>
                  <a:srgbClr val="55C9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9DD66-CF70-44DF-9430-1A6D0E70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75B23-0658-4735-A22D-DD14A98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3AE3B-4D83-4C0C-B47A-214C75AE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29000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Evento React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C81C0-4A2F-45D2-AC8A-D79584C3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032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C9FF"/>
                </a:solidFill>
              </a:defRPr>
            </a:pPr>
            <a:r>
              <a:rPr sz="2100" b="1">
                <a:solidFill>
                  <a:srgbClr val="55C9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EC520-26CC-4EBE-8109-BA5B24CD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FD689-D7B2-402D-9B55-91B4452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E4146-D5CF-4DBA-B98E-230282E2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Atualização do estado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6135A-C5A9-416C-8EFC-753EE496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0325"/>
            <a:ext cx="419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C9FF"/>
                </a:solidFill>
              </a:defRPr>
            </a:pPr>
            <a:r>
              <a:rPr sz="2100" b="1">
                <a:solidFill>
                  <a:srgbClr val="55C9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2DE7D-396C-4C75-812B-3B1187D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3362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3FE07-1DD2-4B02-96CC-24B8EA93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527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3A412-5322-4FB6-9CDE-C4EC87F2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Renderização da tela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09023-906B-4FEA-B06C-51FD22E1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122D"/>
          </a:solidFill>
          <a:ln xmlns:a="http://schemas.openxmlformats.org/drawingml/2006/main" w="9525">
            <a:solidFill>
              <a:srgbClr val="4F4B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E56F4-D54D-4302-88EB-643D2CFD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DEAFF"/>
                </a:solidFill>
              </a:defRPr>
            </a:pPr>
            <a:r>
              <a:rPr sz="1875" b="1">
                <a:solidFill>
                  <a:srgbClr val="BDEAFF"/>
                </a:solidFill>
              </a:rPr>
              <a:t>onClick  ·  onChange  ·  onSubmit  ·  onKeyDown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F2C89-698F-4158-82B2-96CEAB4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5A731-9EFB-4082-A2B8-504D6F0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6C052-B216-49DE-B0BB-06A759DC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8091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41F4F-F1BC-4B92-9A8C-6709470D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72180-7653-4D36-84A2-2A2F3878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828C-54B1-47C1-93D0-FCF73ADB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INTELIGÊNCIA ARTIFICIAL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25924-4888-4E12-AF43-ED8787E5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A IA está isolada para evoluir sem reescrever a interface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CE16B-B20A-42A4-878E-541E28F2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3238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02C6A"/>
          </a:solidFill>
          <a:ln xmlns:a="http://schemas.openxmlformats.org/drawingml/2006/main" w="9525">
            <a:solidFill>
              <a:srgbClr val="7369A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4FBBD-687C-47B1-B8D4-AA2E28B6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0B1"/>
                </a:solidFill>
              </a:defRPr>
            </a:pPr>
            <a:r>
              <a:rPr sz="1050" b="1">
                <a:solidFill>
                  <a:srgbClr val="67E0B1"/>
                </a:solidFill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B5CEB-11EC-4D79-B93A-4A6435E9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Leonida AI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EDC97-DE68-4F83-8C87-6E1CA5CE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BAD7"/>
                </a:solidFill>
              </a:defRPr>
            </a:pPr>
            <a:r>
              <a:rPr sz="1350" b="0">
                <a:solidFill>
                  <a:srgbClr val="C2BAD7"/>
                </a:solidFill>
              </a:rPr>
              <a:t>Reconhece intenções e retorna sugestões temáticas sem chave de API.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66C61-8C67-49DE-A9C2-296CECA0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72BC"/>
                </a:solidFill>
              </a:defRPr>
            </a:pPr>
            <a:r>
              <a:rPr sz="2550" b="1">
                <a:solidFill>
                  <a:srgbClr val="FF72B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F5FA3-D84D-4D47-8686-A73DBFD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65722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7369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6F180-91E4-4B1D-A601-4ED339C4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EVOLUÇÃO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76303-84B4-47F9-8AEA-EB0A51A3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8FF"/>
                </a:solidFill>
              </a:defRPr>
            </a:pPr>
            <a:r>
              <a:rPr sz="1875" b="1">
                <a:solidFill>
                  <a:srgbClr val="FBF8FF"/>
                </a:solidFill>
              </a:rPr>
              <a:t>Interface → backend protegido → modelo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08830-4DF4-47F7-AB6F-4EAB394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BAD7"/>
                </a:solidFill>
              </a:defRPr>
            </a:pPr>
            <a:r>
              <a:rPr sz="1350" b="0">
                <a:solidFill>
                  <a:srgbClr val="C2BAD7"/>
                </a:solidFill>
              </a:rPr>
              <a:t>O mesmo componente pode chamar ChatGPT, Claude ou Gemini. A chave fica no servidor, nunca no navegador.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BAFA1-D91E-475E-B59A-A51A6406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33875"/>
            <a:ext cx="14287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D9DC-FE0D-41EE-9E32-D344CB0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17145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05F9B-59E0-4400-AFB7-770B983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33875"/>
            <a:ext cx="2000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3FEBD-790C-4D18-969A-8C3632D4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8B77"/>
                </a:solidFill>
              </a:defRPr>
            </a:pPr>
            <a:r>
              <a:rPr sz="1650" b="1">
                <a:solidFill>
                  <a:srgbClr val="FF8B77"/>
                </a:solidFill>
              </a:rPr>
              <a:t>A arquitetura demonstra IA agora e mantém um caminho seguro para uma API real.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B0A26-28BE-449D-8EAD-FDA14F1C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BD907-7DF4-445B-BB19-B82299D1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5D56F-047F-44BC-98D7-D0DECCA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87095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31BE1-EAAC-4EF0-B807-A24420E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11766-60A3-4401-B90D-A2FAA02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2A476-A4B5-4E92-A42C-496ECA75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DEMONSTRAÇÃO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0284-4ECD-421E-8D3A-20DD3409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O resultado é uma interface pronta para navegar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43c4d756d4fc9"/>
          <a:srcRect xmlns:a="http://schemas.openxmlformats.org/drawingml/2006/main" l="0" t="16374" r="0" b="16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62125"/>
            <a:ext cx="1082040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2DB4A-F6F8-4B22-B181-6E64EB8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3143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B1944"/>
          </a:solidFill>
          <a:ln xmlns:a="http://schemas.openxmlformats.org/drawingml/2006/main" w="9525">
            <a:solidFill>
              <a:srgbClr val="FF72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0E2ED-F7D4-48FF-B0E0-12D520D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530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F8FF"/>
                </a:solidFill>
              </a:defRPr>
            </a:pPr>
            <a:r>
              <a:rPr sz="1350" b="1">
                <a:solidFill>
                  <a:srgbClr val="FBF8FF"/>
                </a:solidFill>
              </a:rPr>
              <a:t>Feed + stories + posts reais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DBCD8-C87C-44A9-AF2A-9A430CC1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6E344-1428-4AE5-BD51-6C921AF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FC39E-50D2-4C18-86BB-FD74156E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24087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7D6469-69E6-40AD-92E0-D2B39212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A92DE-879A-490C-80B1-F6CC66C2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DF024-D5F1-4BE5-827F-3A708BD3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QUALIDADE DA ENTREGA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77A95-4065-4BDB-9366-92BA5537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A experiência continua funcional fora do cenário perfeito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462D3-3354-46DA-ADA0-E323364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E65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61DDD-409B-4E96-A478-C51617C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6E15E-AB82-4E85-8F97-C381047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8FF"/>
                </a:solidFill>
              </a:defRPr>
            </a:pPr>
            <a:r>
              <a:rPr sz="1650" b="1">
                <a:solidFill>
                  <a:srgbClr val="FBF8FF"/>
                </a:solidFill>
              </a:rPr>
              <a:t>Responsivo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43173-2D86-4FF9-9D5C-9B79C0F8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BAD7"/>
                </a:solidFill>
              </a:defRPr>
            </a:pPr>
            <a:r>
              <a:rPr sz="1200" b="0">
                <a:solidFill>
                  <a:srgbClr val="C2BAD7"/>
                </a:solidFill>
              </a:rPr>
              <a:t>desktop e celular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DF9FE-8507-4A52-9B8B-D8786B7B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333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E65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4666C-DFAF-4A99-BD55-8613471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9E4F4-4DD6-41AD-8901-00CAADA5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8FF"/>
                </a:solidFill>
              </a:defRPr>
            </a:pPr>
            <a:r>
              <a:rPr sz="1650" b="1">
                <a:solidFill>
                  <a:srgbClr val="FBF8FF"/>
                </a:solidFill>
              </a:rPr>
              <a:t>Persistente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9C477-8460-4DE5-B797-7CF0B688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38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BAD7"/>
                </a:solidFill>
              </a:defRPr>
            </a:pPr>
            <a:r>
              <a:rPr sz="1200" b="0">
                <a:solidFill>
                  <a:srgbClr val="C2BAD7"/>
                </a:solidFill>
              </a:rPr>
              <a:t>dados no LocalStorage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68899-E80B-4CE9-B172-1F78E8F5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3333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E65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628FB-8595-4FFB-BECB-0E195893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52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434D4-6FED-48F8-899B-FAE2CFC9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8FF"/>
                </a:solidFill>
              </a:defRPr>
            </a:pPr>
            <a:r>
              <a:rPr sz="1650" b="1">
                <a:solidFill>
                  <a:srgbClr val="FBF8FF"/>
                </a:solidFill>
              </a:rPr>
              <a:t>Acessível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0029B-C48D-4F98-AC40-4AD7A0F8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38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BAD7"/>
                </a:solidFill>
              </a:defRPr>
            </a:pPr>
            <a:r>
              <a:rPr sz="1200" b="0">
                <a:solidFill>
                  <a:srgbClr val="C2BAD7"/>
                </a:solidFill>
              </a:rPr>
              <a:t>teclado e redução de movimento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B3BCA-62FD-4BA9-AE96-B2D3725B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333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E65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1E455-8591-4E4D-AE0F-DD562371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5A20C-BA46-4DB2-AC23-8C0EC6A3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8FF"/>
                </a:solidFill>
              </a:defRPr>
            </a:pPr>
            <a:r>
              <a:rPr sz="1650" b="1">
                <a:solidFill>
                  <a:srgbClr val="FBF8FF"/>
                </a:solidFill>
              </a:rPr>
              <a:t>Resiliente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649CB-0129-4266-94DB-E4C608A4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BAD7"/>
                </a:solidFill>
              </a:defRPr>
            </a:pPr>
            <a:r>
              <a:rPr sz="1200" b="0">
                <a:solidFill>
                  <a:srgbClr val="C2BAD7"/>
                </a:solidFill>
              </a:rPr>
              <a:t>404 e ErrorBoundary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F0F75-3743-4E39-AC5B-441E907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3333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E65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8FB6-7058-49CC-A6BC-B276A089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671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3F136-B4C3-45A4-88F3-C784461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05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8FF"/>
                </a:solidFill>
              </a:defRPr>
            </a:pPr>
            <a:r>
              <a:rPr sz="1650" b="1">
                <a:solidFill>
                  <a:srgbClr val="FBF8FF"/>
                </a:solidFill>
              </a:rPr>
              <a:t>Publicável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A9383-2A79-4E12-8CF7-C39D82EE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52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BAD7"/>
                </a:solidFill>
              </a:defRPr>
            </a:pPr>
            <a:r>
              <a:rPr sz="1200" b="0">
                <a:solidFill>
                  <a:srgbClr val="C2BAD7"/>
                </a:solidFill>
              </a:rPr>
              <a:t>build Vite + Vercel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91B92-DC18-4DEE-B33C-058A590F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67125"/>
            <a:ext cx="3333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92660"/>
          </a:solidFill>
          <a:ln xmlns:a="http://schemas.openxmlformats.org/drawingml/2006/main" w="9525">
            <a:solidFill>
              <a:srgbClr val="6E65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DAE9D-A27C-4EE3-9D2C-A3E124E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671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C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73D9A6-AD74-4B38-AA90-4C2B41AD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8FF"/>
                </a:solidFill>
              </a:defRPr>
            </a:pPr>
            <a:r>
              <a:rPr sz="1650" b="1">
                <a:solidFill>
                  <a:srgbClr val="FBF8FF"/>
                </a:solidFill>
              </a:rPr>
              <a:t>Documentado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97672-E177-4E29-8B54-B530F05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BAD7"/>
                </a:solidFill>
              </a:defRPr>
            </a:pPr>
            <a:r>
              <a:rPr sz="1200" b="0">
                <a:solidFill>
                  <a:srgbClr val="C2BAD7"/>
                </a:solidFill>
              </a:rPr>
              <a:t>README e roteiro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5C9AFA-1357-450D-AB33-2A8E715D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74410-1B2D-4DC1-8821-EE4CCD0D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64CC29-4146-4044-9DA4-81B94DB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8846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9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D0F3E-FBDB-49E4-8AF2-69F73523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DDA70-E2A5-4ECF-BD69-8A57F40B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46A7-A164-4008-8497-B17BC7FB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ROTEIRO SUGERIDO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3010C-B0DD-4635-8237-ECCF0569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A apresentação funciona melhor como uma história de 8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61AAE-97A9-471E-9A6A-23EB07D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100012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B8B21-0468-486D-A135-1294D8B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46D55-2E17-4C21-9ACC-7119E2AF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F8FF"/>
                </a:solidFill>
              </a:defRPr>
            </a:pPr>
            <a:r>
              <a:rPr sz="1425" b="1">
                <a:solidFill>
                  <a:srgbClr val="FBF8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B7F9F-9F43-43FA-B86C-00B20E63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Ideia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925A5-1471-41CD-8030-2A40692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45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EB934-26B2-4054-9A1D-E904C1A8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451A7-4A44-46CC-A7AB-0382AE7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908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F8FF"/>
                </a:solidFill>
              </a:defRPr>
            </a:pPr>
            <a:r>
              <a:rPr sz="1425" b="1">
                <a:solidFill>
                  <a:srgbClr val="FBF8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5E6A3-8F0B-4265-82BB-1D1410DE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195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Feed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44CE5-B8F3-4804-BF47-2519A6B9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1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FECB0-2B65-4C63-B51D-DF45052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F372A-7377-474E-BA3B-3CB60EE6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908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F8FF"/>
                </a:solidFill>
              </a:defRPr>
            </a:pPr>
            <a:r>
              <a:rPr sz="1425" b="1">
                <a:solidFill>
                  <a:srgbClr val="FBF8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B92EF-33E0-4BC2-96BB-AEDF8D99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195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Ecossistema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52C76-E965-4ECE-88E1-B475AA5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2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621F7-8009-490A-8638-9392EAD0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BA4E0-86B8-445D-802B-4773E4EF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F8FF"/>
                </a:solidFill>
              </a:defRPr>
            </a:pPr>
            <a:r>
              <a:rPr sz="1425" b="1">
                <a:solidFill>
                  <a:srgbClr val="FBF8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2503-961D-402C-8282-7EDED32D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Código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02628-5793-4F2A-B4D5-D9AB70B0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2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9D4F2-41CA-407F-BB22-90DA8D06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504C16-751E-4D08-A454-2E02F553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908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F8FF"/>
                </a:solidFill>
              </a:defRPr>
            </a:pPr>
            <a:r>
              <a:rPr sz="1425" b="1">
                <a:solidFill>
                  <a:srgbClr val="FBF8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F9ED5-FE17-4609-BBC2-09AE2437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195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0F6789-F370-4E08-A327-BD1325D5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1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E82A5-D62E-4CEC-8D9A-94E678C6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FE6C77-7499-42E7-B779-2150285D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BF8FF"/>
                </a:solidFill>
              </a:defRPr>
            </a:pPr>
            <a:r>
              <a:rPr sz="1425" b="1">
                <a:solidFill>
                  <a:srgbClr val="FBF8F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52523-E2F4-43B4-895F-A5412162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195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Entrega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DB3DF-DB44-4C84-9E10-E41B8A6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624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C9FF"/>
                </a:solidFill>
              </a:defRPr>
            </a:pPr>
            <a:r>
              <a:rPr sz="1050" b="1">
                <a:solidFill>
                  <a:srgbClr val="55C9FF"/>
                </a:solidFill>
              </a:rPr>
              <a:t>1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767439-7CAC-4E6A-A773-A0C38356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8B77"/>
                </a:solidFill>
              </a:defRPr>
            </a:pPr>
            <a:r>
              <a:rPr sz="2100" b="1">
                <a:solidFill>
                  <a:srgbClr val="FF8B77"/>
                </a:solidFill>
              </a:rPr>
              <a:t>Use os slides para explicar. Use o site para provar.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20769-CD81-4BA6-8D8A-5CF90E0C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9EDB25-03CD-4CFB-9F9D-40D8BE29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6CCFF-69A7-4A8F-8796-81E393F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8248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A6BCC2-7748-4CE3-B169-E15C2EE6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4D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37A5-F38E-4938-8DA0-3B7DE216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0CEE4-DDBF-4BF5-8243-95E70DCD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C9FF"/>
                </a:solidFill>
              </a:defRPr>
            </a:pPr>
            <a:r>
              <a:rPr sz="900" b="1">
                <a:solidFill>
                  <a:srgbClr val="55C9FF"/>
                </a:solidFill>
              </a:rPr>
              <a:t>CONCLUSÃO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DD045-6DCE-4749-A3CC-C4C1FFAD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8FF"/>
                </a:solidFill>
              </a:defRPr>
            </a:pPr>
            <a:r>
              <a:rPr sz="3000" b="1">
                <a:solidFill>
                  <a:srgbClr val="FBF8FF"/>
                </a:solidFill>
              </a:rPr>
              <a:t>Os requisitos viraram uma aplicação que pode ser demonstrada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007B7-E4E3-4F68-A0DB-2DCE014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FF72BC"/>
                </a:solidFill>
              </a:defRPr>
            </a:pPr>
            <a:r>
              <a:rPr sz="7200" b="1">
                <a:solidFill>
                  <a:srgbClr val="FF72BC"/>
                </a:solidFill>
              </a:rPr>
              <a:t>6/6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B8DF6-6DA1-492D-BBF4-B0278B43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BAD7"/>
                </a:solidFill>
              </a:defRPr>
            </a:pPr>
            <a:r>
              <a:rPr sz="1500" b="0">
                <a:solidFill>
                  <a:srgbClr val="C2BAD7"/>
                </a:solidFill>
              </a:rPr>
              <a:t>requisitos principais atendidos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42A24-45DA-4C41-9AA9-A0EBEC4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DE2BC-20CC-4A03-8B86-74B2A892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65BA5-1507-42C1-B3DC-33783DF4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43949-B958-4B4B-9D4B-5609C741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6373C-8DFD-45AF-8F2C-65FD4AF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3B3A9-FBB1-4738-9A31-E233DFDE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05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IA demonstrativa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CF122-BBAC-4819-AAB4-5FEFE52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B50FC-5385-46A6-8457-320A0CA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DCC52-77D9-4722-AE68-AFD9DFF3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main e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11ED1-A671-4BC0-963F-B45BC9C6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3BCC7-F766-486E-B1B6-253249E6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50C3F-2AE7-41E7-9519-34AF3D9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componentes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95CF2-EED0-4C27-8419-22027BB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86047-3BC6-4155-B569-9CBA796D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95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DA5BA-BBBD-464A-B04E-74705E6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19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hooks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4502C-FD90-40A2-BBD3-62E739DE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0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0F962-7228-42CC-98B8-61BF772F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95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2C"/>
                </a:solidFill>
              </a:defRPr>
            </a:pPr>
            <a:r>
              <a:rPr sz="1125" b="1">
                <a:solidFill>
                  <a:srgbClr val="11112C"/>
                </a:solidFill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6C9A2-92E0-4425-A0E7-D55ABA94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19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F8FF"/>
                </a:solidFill>
              </a:defRPr>
            </a:pPr>
            <a:r>
              <a:rPr sz="1500" b="1">
                <a:solidFill>
                  <a:srgbClr val="FBF8FF"/>
                </a:solidFill>
              </a:rPr>
              <a:t>eventos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24F38-4B8A-4C2A-8FEB-4047BA21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204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302C6A"/>
          </a:solidFill>
          <a:ln xmlns:a="http://schemas.openxmlformats.org/drawingml/2006/main" w="9525">
            <a:solidFill>
              <a:srgbClr val="766B9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87335-305C-4C38-AA5A-33B708E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C9FF"/>
                </a:solidFill>
              </a:defRPr>
            </a:pPr>
            <a:r>
              <a:rPr sz="1650" b="1">
                <a:solidFill>
                  <a:srgbClr val="55C9FF"/>
                </a:solidFill>
              </a:rPr>
              <a:t>Próximos passos possíveis: autenticação, backend, upload de mídia e IA via API.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BD221-A2C7-48AA-AFCE-D2970CF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9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43B0F-70BA-47F4-A060-16C9F710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LEONIDA PULSE · PROJETO ACADÊMICO NÃO OFICIAL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4C47C-6FEA-4482-8AF8-4FFC1707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85A7"/>
                </a:solidFill>
              </a:defRPr>
            </a:pPr>
            <a:r>
              <a:rPr sz="750" b="1">
                <a:solidFill>
                  <a:srgbClr val="8D85A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0207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2026-08-26T19:31:39.0970000Z</dcterms:created>
  <dcterms:modified xsi:type="dcterms:W3CDTF">2026-08-26T19:31:39.0970000Z</dcterms:modified>
</coreProperties>
</file>